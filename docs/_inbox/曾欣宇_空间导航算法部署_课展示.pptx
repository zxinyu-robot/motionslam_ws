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1097280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对外沟通  ·  空间导航算法部署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曾欣宇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1097280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把开源导航做成可验收、可交付的板载运行时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0360"/>
            <a:ext cx="2148840" cy="420624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Unitree Go2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880360"/>
            <a:ext cx="2148840" cy="420624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Jetson Orin NX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2880360"/>
            <a:ext cx="2148840" cy="420624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ROS 2 Humble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2880360"/>
            <a:ext cx="2148840" cy="420624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C++ /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66160"/>
            <a:ext cx="10881360" cy="15544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03320"/>
            <a:ext cx="1042416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本次沟通四件事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10424160" cy="9144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上机坑怎么钉死   ·   为何弃 Nav2   ·   真机全链路通过   ·   边端技能闭环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94960"/>
            <a:ext cx="1097280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zxiangsheng@outlook.com   ·   15700050433   ·   github.com/zxinyu-robot/zxy-self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15000"/>
            <a:ext cx="1097280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上海眸深智能  ·  SLAM 算法工程师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对外沟通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对外沟通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对外沟通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对外沟通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对外沟通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0972800" cy="237744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06  /  BRING-UP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2336"/>
            <a:ext cx="11338560" cy="43891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上机要先打通的四件事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22960"/>
            <a:ext cx="1133856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容器只是其中一件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801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80160"/>
            <a:ext cx="109728" cy="22860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63039"/>
            <a:ext cx="49377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B7185"/>
                </a:solidFill>
                <a:latin typeface="WenQuanYi Micro Hei"/>
                <a:ea typeface="WenQuanYi Micro Hei"/>
                <a:cs typeface="WenQuanYi Micro Hei"/>
              </a:rPr>
              <a:t>雷达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493776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先停官方 SLAM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unitree_slam 占 Mid-360
自研栈前必须释放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109728" cy="2286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463039"/>
            <a:ext cx="49377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容器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1755648"/>
            <a:ext cx="493776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Humble 里跑，不在宿主机编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286000"/>
            <a:ext cx="49377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JetPack 宿主机 C++20 不够
motionslam:humble + host 网络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947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94760"/>
            <a:ext cx="109728" cy="2286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77640"/>
            <a:ext cx="49377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DDS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0248"/>
            <a:ext cx="493776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CycloneDDS 域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00600"/>
            <a:ext cx="49377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与 Go2 机身原生互通
不经二次桥、不改 Sport 协议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947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794760"/>
            <a:ext cx="109728" cy="22860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3977640"/>
            <a:ext cx="493776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WenQuanYi Micro Hei"/>
                <a:ea typeface="WenQuanYi Micro Hei"/>
                <a:cs typeface="WenQuanYi Micro Hei"/>
              </a:rPr>
              <a:t>吞吐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70248"/>
            <a:ext cx="493776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POSIX SHM + 双工作区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00600"/>
            <a:ext cx="49377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点云零拷贝；主仓 + SCAN overlay
话题契约保持不变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对外沟通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对外沟通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对外沟通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0972800" cy="237744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09  / 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2336"/>
            <a:ext cx="11338560" cy="43891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同一套部署能力，换过本体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22960"/>
            <a:ext cx="1133856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每个项目只记 一个数字 + 一个坑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801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80160"/>
            <a:ext cx="5532120" cy="7315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39"/>
            <a:ext cx="50292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多机协同 SLAM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828800"/>
            <a:ext cx="50292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CPU −35% ~ 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502920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坑：ROS Topic 序列化拷贝
SHM 零拷贝 + DDS QoS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801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5532120" cy="7315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463039"/>
            <a:ext cx="50292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无 GPS 巡检航线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1828800"/>
            <a:ext cx="50292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BBF24"/>
                </a:solidFill>
                <a:latin typeface="WenQuanYi Micro Hei"/>
                <a:ea typeface="WenQuanYi Micro Hei"/>
                <a:cs typeface="WenQuanYi Micro Hei"/>
              </a:rPr>
              <a:t>WGS84 ↔ ENU 钉死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331720"/>
            <a:ext cx="502920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坑：任务 / 算法 / 飞控坐标漂移
Mission Contract 统一语义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947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94760"/>
            <a:ext cx="5532120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977640"/>
            <a:ext cx="50292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地铁清洁 · LIO-SAM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343400"/>
            <a:ext cx="50292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map→odom→base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846320"/>
            <a:ext cx="502920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坑：地图 / 任务 / 执行三套坐标
感知契约接口先定义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94760"/>
            <a:ext cx="5532120" cy="228600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794760"/>
            <a:ext cx="5532120" cy="7315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3977640"/>
            <a:ext cx="50292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RK3588 巡航 AGV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59" y="4343400"/>
            <a:ext cx="50292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A78BFA"/>
                </a:solidFill>
                <a:latin typeface="WenQuanYi Micro Hei"/>
                <a:ea typeface="WenQuanYi Micro Hei"/>
                <a:cs typeface="WenQuanYi Micro Hei"/>
              </a:rPr>
              <a:t>INT8 端侧实时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59" y="4846320"/>
            <a:ext cx="502920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坑：感知与控制耦合
NPU 推理与 STM32 物理解耦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对外沟通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09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l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864"/>
            <a:ext cx="12191695" cy="68031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对外沟通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0972800" cy="237744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11  /  CLOSED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2336"/>
            <a:ext cx="11338560" cy="43891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能力闭环全部通过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22960"/>
            <a:ext cx="1133856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板载技能 + 边端任务 + 长时稳定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234440"/>
            <a:ext cx="11338560" cy="8686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43560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SAFE-1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344168"/>
            <a:ext cx="47548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ReturnHome 倒序返航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691640"/>
            <a:ext cx="47548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断网 / 显式返航走面包屑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490472"/>
            <a:ext cx="42062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真机通过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94560"/>
            <a:ext cx="11338560" cy="8686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39572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SAFE-2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304288"/>
            <a:ext cx="47548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RecoverGlass 玻璃恢复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651760"/>
            <a:ext cx="47548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虚拟障碍并入度量地图后重规划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450592"/>
            <a:ext cx="42062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真机通过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54680"/>
            <a:ext cx="11338560" cy="8686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335584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EDGE-CL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264408"/>
            <a:ext cx="47548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边端 JSON → Navigate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611880"/>
            <a:ext cx="47548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物模型信封调用同一技能 ABI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410712"/>
            <a:ext cx="42062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到达闭环通过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114800"/>
            <a:ext cx="11338560" cy="8686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4360" y="431596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224528"/>
            <a:ext cx="47548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语义 Token / BEV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4572000"/>
            <a:ext cx="47548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RGB→BEV 配准 + Token 上行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370832"/>
            <a:ext cx="42062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round-trip 通过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074920"/>
            <a:ext cx="11338560" cy="86868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94360" y="527608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1C273C"/>
          </a:solidFill>
          <a:ln w="14604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SOAK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5184648"/>
            <a:ext cx="47548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长航时与中距重复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5532120"/>
            <a:ext cx="47548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20 min+ 稳定  ·  50 m 十次 10/10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330952"/>
            <a:ext cx="42062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4D399"/>
                </a:solidFill>
                <a:latin typeface="WenQuanYi Micro Hei"/>
                <a:ea typeface="WenQuanYi Micro Hei"/>
                <a:cs typeface="WenQuanYi Micro Hei"/>
              </a:rPr>
              <a:t>误差 0.28 m  通过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对外沟通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728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12  / 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22960"/>
            <a:ext cx="10972800" cy="4572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可对接的三条交付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719072"/>
            <a:ext cx="640080" cy="530352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B1220"/>
                </a:solidFill>
                <a:latin typeface="WenQuanYi Micro Hei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0200"/>
            <a:ext cx="950976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板载导航已闭环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93392"/>
            <a:ext cx="950976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LIO → PCT 引导 → BT 授权 → SCAN 跟踪 → Sport；短程 / 中距 / 长时验收通过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33472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2889504"/>
            <a:ext cx="640080" cy="530352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B1220"/>
                </a:solidFill>
                <a:latin typeface="WenQuanYi Micro He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770632"/>
            <a:ext cx="950976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边端只调技能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63824"/>
            <a:ext cx="950976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物模型 JSON 调用 Navigate，禁止下发速度；EDGE-CL 与 Token 闭环通过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03904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151D2E"/>
          </a:solidFill>
          <a:ln w="14604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4059936"/>
            <a:ext cx="640080" cy="530352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B1220"/>
                </a:solidFill>
                <a:latin typeface="WenQuanYi Micro He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941064"/>
            <a:ext cx="950976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安全技能可独立验收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334256"/>
            <a:ext cx="950976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94A3B8"/>
                </a:solidFill>
                <a:latin typeface="WenQuanYi Micro Hei"/>
                <a:ea typeface="WenQuanYi Micro Hei"/>
                <a:cs typeface="WenQuanYi Micro Hei"/>
              </a:rPr>
              <a:t>ReturnHome / RecoverGlass 真机通过；失败只停技能，不停度量内核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8FAFC"/>
                </a:solidFill>
                <a:latin typeface="WenQuanYi Micro Hei"/>
                <a:ea typeface="WenQuanYi Micro Hei"/>
                <a:cs typeface="WenQuanYi Micro Hei"/>
              </a:rPr>
              <a:t>谢谢  ·  欢迎对接部署与联调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2D3EE"/>
                </a:solidFill>
                <a:latin typeface="WenQuanYi Micro Hei"/>
                <a:ea typeface="WenQuanYi Micro Hei"/>
                <a:cs typeface="WenQuanYi Micro Hei"/>
              </a:rPr>
              <a:t>zxiangsheng@outlook.com    ·    15700050433    ·    github.com/zxinyu-robot/zxy-self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37960"/>
            <a:ext cx="8229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曾欣宇  ·  空间导航算法部署  ·  对外沟通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WenQuanYi Micro Hei"/>
                <a:ea typeface="WenQuanYi Micro Hei"/>
                <a:cs typeface="WenQuanYi Micro He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