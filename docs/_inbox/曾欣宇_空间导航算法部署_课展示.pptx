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课展示  ·  面向空间导航算法部署岗位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7772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曾欣宇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3D 空间导航算法  ×  边缘部署  ×  真机闭环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2148840" cy="420624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Unitree Go2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063240"/>
            <a:ext cx="2148840" cy="420624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Jetson Orin NX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063240"/>
            <a:ext cx="2148840" cy="420624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ROS 2 Humble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2148840" cy="420624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C++ /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607040" cy="14173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2"/>
            <a:ext cx="1005840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一条可部署的板载主链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10241280" cy="8229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定位  →  全局粗引导  →  任务编排  →  局部轨迹  →  机身执行
边端只下发技能 JSON，不下发速度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058400" cy="3200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zxiangsheng@outlook.com   ·   15700050433   ·   github.com/zxinyu-robot/zxy-self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上海眸深智能  ·  SLAM 算法工程师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01  / 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01  / 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课展示四段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问题 → 方案 → 落地 → 匹配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651760" cy="42976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算法为何难上机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219456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无 GPS · 无先验 · 资源受限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51760" cy="42976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51760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91640"/>
            <a:ext cx="2286000" cy="5029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34640"/>
            <a:ext cx="228600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分层导航栈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657600"/>
            <a:ext cx="219456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8862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度量内核 + 符号编排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2651760" cy="42976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265176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BBF24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28600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Orin 部署与真机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657600"/>
            <a:ext cx="219456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862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Docker · DDS · 验收数字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417320"/>
            <a:ext cx="2651760" cy="42976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417320"/>
            <a:ext cx="265176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691640"/>
            <a:ext cx="2286000" cy="5029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A78BFA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286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匹配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834640"/>
            <a:ext cx="228600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岗位能力证据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657600"/>
            <a:ext cx="219456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38862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部署 / 联调 / 现场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02  / 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我做什么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复杂环境 · 三维空间感知 · 导航决策 · 边缘协同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5029200" cy="47548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一句话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572000" cy="12801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把空间导航算法做成
可部署、可联调、可验收
的板载运行时。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4572000" cy="71323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927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度量空间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LIO · 体素 · A* · B-spline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4572000" cy="71323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符号空间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1655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BT 编排 · 技能 ABI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4572000" cy="71323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6519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部署面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39512"/>
            <a:ext cx="420624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Orin NX · Docker · DDS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325880"/>
            <a:ext cx="6080760" cy="47548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508760"/>
            <a:ext cx="548640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148840"/>
            <a:ext cx="36576" cy="3383280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9320" y="196596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94767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2023–25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2199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浙江大学  ·  助理工程师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496312"/>
            <a:ext cx="4846320" cy="3200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视觉导航 · AGV · 清洁机器人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20040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18211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WenQuanYi Micro Hei"/>
                <a:ea typeface="WenQuanYi Micro Hei"/>
                <a:cs typeface="WenQuanYi Micro Hei"/>
              </a:rPr>
              <a:t>2025–26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杭州旷行  ·  算法工程师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730752"/>
            <a:ext cx="4846320" cy="3200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无 GPS 巡检 · 航线平台 · 多机 SLAM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43484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41655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2026–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90872"/>
            <a:ext cx="484632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上海眸深  ·  SLAM 算法工程师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965192"/>
            <a:ext cx="4846320" cy="3200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Go2 自主导航 · 边端协同运行时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03  / 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部署岗位要什么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算法能跑  ≠  算法能上机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岗位要求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32120" cy="43891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我交付的证据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74519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79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单传感器 LIO 上机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79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Super-LIO 实时建图 · Mid-360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2084831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2587751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1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全局 + 局部规划闭环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87751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24911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PCT 体素 A*  +  SCAN B-spline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5312" y="2798063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300983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38143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编排与安全边界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00983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438143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BT 唯一写口 · 禁止边端下发速度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25312" y="3511295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014215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51375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边缘平台工程化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14215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151375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Orin NX Docker · CycloneDDS 域 0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25312" y="4224527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727447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64607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现场联调 / 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27447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864607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走廊短程 1.0 m / 0.43 m · Foxglove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25312" y="4937759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1480" y="5440679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77839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跨平台迁移经验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440679"/>
            <a:ext cx="5532120" cy="621792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577839"/>
            <a:ext cx="512064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无人机巡检 · 地铁清洁 · RK3588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25312" y="5650991"/>
            <a:ext cx="256032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"/>
            <a:ext cx="12191695" cy="6803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"/>
            <a:ext cx="12191695" cy="6803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ree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"/>
            <a:ext cx="12191695" cy="6803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07  / 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端侧逻辑分层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感知 → 地图 → 编排 → 规划 → 执行</a:t>
            </a:r>
          </a:p>
        </p:txBody>
      </p:sp>
      <p:pic>
        <p:nvPicPr>
          <p:cNvPr id="8" name="Picture 7" descr="架构_逻辑分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5074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08  / 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上机要解决的四件事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算法论文之外的部署面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5532120" cy="219456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109728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93776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容器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493776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Docker · Humble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4937760" cy="8686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ros:humble → motionslam:humble
宿主机 C++20 不够，栈跑容器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532120" cy="219456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109728" cy="2194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493776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通信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93776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CycloneDDS 域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4937760" cy="8686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host 网络 · 与 Go2 机身 DDS
原生互通，不经二次桥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94760"/>
            <a:ext cx="5532120" cy="219456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794760"/>
            <a:ext cx="109728" cy="2194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493776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WenQuanYi Micro Hei"/>
                <a:ea typeface="WenQuanYi Micro Hei"/>
                <a:cs typeface="WenQuanYi Micro Hei"/>
              </a:rPr>
              <a:t>吞吐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493776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POSIX SHM 点云环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4937760" cy="8686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关键帧零拷贝
相对 Topic 序列化降 CPU 35–50%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5532120" cy="219456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109728" cy="2194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977640"/>
            <a:ext cx="493776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WenQuanYi Micro Hei"/>
                <a:ea typeface="WenQuanYi Micro Hei"/>
                <a:cs typeface="WenQuanYi Micro Hei"/>
              </a:rPr>
              <a:t>构建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493776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双 colcon 工作区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46320"/>
            <a:ext cx="4937760" cy="8686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主仓 + SCAN overlay
话题契约保持不变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09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09  / 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真机验收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能上机  ·  能量化  ·  能复现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743200" cy="37033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274320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9144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1.0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46888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短程目标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到达偏差 0.43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31920"/>
            <a:ext cx="182880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BOARD-CL  2026-08-19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743200" cy="37033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691640"/>
            <a:ext cx="2468880" cy="9144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50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246888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中距重复到达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5468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10 / 10   ·   0.28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3931920"/>
            <a:ext cx="182880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11480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走廊场景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371600"/>
            <a:ext cx="2743200" cy="37033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274320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2468880" cy="9144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BBF24"/>
                </a:solidFill>
                <a:latin typeface="WenQuanYi Micro Hei"/>
                <a:ea typeface="WenQuanYi Micro Hei"/>
                <a:cs typeface="WenQuanYi Micro Hei"/>
              </a:rPr>
              <a:t>20 min+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246888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连续稳定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导航栈长时运行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931920"/>
            <a:ext cx="182880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Orin NX 在环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743200" cy="37033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74320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691640"/>
            <a:ext cx="2468880" cy="9144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A78BFA"/>
                </a:solidFill>
                <a:latin typeface="WenQuanYi Micro Hei"/>
                <a:ea typeface="WenQuanYi Micro Hei"/>
                <a:cs typeface="WenQuanYi Micro Hei"/>
              </a:rPr>
              <a:t>Gate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51760"/>
            <a:ext cx="246888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职责隔离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15468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PCT 不写执行速度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931920"/>
            <a:ext cx="1828800" cy="13716"/>
          </a:xfrm>
          <a:prstGeom prst="rect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114800"/>
            <a:ext cx="2468880" cy="6400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BT 授权后才动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257800"/>
            <a:ext cx="11338560" cy="7315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链路：LIO → PCT → BT → SCAN → forwarder → Sport
停栈：急停 · 进程退出 · 手柄恢复 · 线速度 ≈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10  / 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同一套部署能力，换过本体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狗 · 无人机 · 地面清洁 · 边缘板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3566160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多机协同 SLAM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4D399"/>
                </a:solidFill>
                <a:latin typeface="WenQuanYi Micro Hei"/>
                <a:ea typeface="WenQuanYi Micro Hei"/>
                <a:cs typeface="WenQuanYi Micro Hei"/>
              </a:rPr>
              <a:t>旷行 · 独立完成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POSIX SHM 零拷贝
DDS QoS 弱网
子图融合 100–300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258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325880"/>
            <a:ext cx="356616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0876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无 GPS 巡检航线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2880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WenQuanYi Micro Hei"/>
                <a:ea typeface="WenQuanYi Micro Hei"/>
                <a:cs typeface="WenQuanYi Micro Hei"/>
              </a:rPr>
              <a:t>旷行 · 项目负责人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9456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Mission Contract
WGS84↔ENU
KMZ / 司空2 导出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3258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325880"/>
            <a:ext cx="356616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50876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视觉 + A* 导航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82880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浙大 · GD 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19456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鱼眼 → BEV
中心线 / 偏航
西北驻场联调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79476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794760"/>
            <a:ext cx="356616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7764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LIO-SAM 清洁机器人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9768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A78BFA"/>
                </a:solidFill>
                <a:latin typeface="WenQuanYi Micro Hei"/>
                <a:ea typeface="WenQuanYi Micro Hei"/>
                <a:cs typeface="WenQuanYi Micro Hei"/>
              </a:rPr>
              <a:t>浙大 · 地铁场景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66344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TF 链路
Mission Contract
7×24 长时优化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9476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3794760"/>
            <a:ext cx="3566160" cy="7315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397764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RK3588 边缘推理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29768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WenQuanYi Micro Hei"/>
                <a:ea typeface="WenQuanYi Micro Hei"/>
                <a:cs typeface="WenQuanYi Micro Hei"/>
              </a:rPr>
              <a:t>AGV 巡航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66344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YOLOv5 → RKNN INT8
V4L2 + FFmpeg
感知与控制解耦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379476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9560" y="3794760"/>
            <a:ext cx="356616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977640"/>
            <a:ext cx="3200400" cy="3474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现场与标准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297680"/>
            <a:ext cx="3200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跨单位协同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663440"/>
            <a:ext cx="3200400" cy="11430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客户演示联调
国标/行标会议
Foxglove + bag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11  / 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技术栈按部署层排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不是清单，是上机顺序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399032"/>
            <a:ext cx="850392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C++20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3824" y="1399032"/>
            <a:ext cx="1088136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Python3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399032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rclcpp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02536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075688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Super-LIO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312" y="2075688"/>
            <a:ext cx="1444752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Faster-LIO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2075688"/>
            <a:ext cx="1088136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LIO-SAM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1384" y="2075688"/>
            <a:ext cx="1682496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Scan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679192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规划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2752344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PCT A*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82696" y="2752344"/>
            <a:ext cx="1801368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SCAN B-spline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8656" y="2752344"/>
            <a:ext cx="156362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Ego-Planner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2" y="2752344"/>
            <a:ext cx="493776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A*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355848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编排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3429000"/>
            <a:ext cx="1801368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Behavior Tree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429000"/>
            <a:ext cx="215798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Mission Contract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7376" y="342900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技能 ABI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32504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通信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4105656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ROS 2 DDS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39312" y="4105656"/>
            <a:ext cx="1444752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CycloneDDS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48656" y="4105656"/>
            <a:ext cx="1325880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POSIX SHM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709160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部署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4782312"/>
            <a:ext cx="1088136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Orin NX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4782312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RK3588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35424" y="4782312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Docker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4782312"/>
            <a:ext cx="2039112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TensorRT / RKNN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385816"/>
            <a:ext cx="1554480" cy="621792"/>
          </a:xfrm>
          <a:prstGeom prst="roundRect">
            <a:avLst>
              <a:gd name="adj" fmla="val 12000"/>
            </a:avLst>
          </a:prstGeom>
          <a:solidFill>
            <a:srgbClr val="1C273C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联调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5458968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Foxglove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5458968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rosbag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54296" y="5458968"/>
            <a:ext cx="1563624" cy="475488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evo ATE/RPE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12  / 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可以立刻上手的三件事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01368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把开源规划器接到机身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67128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LIO → 全局 → 局部 → 限幅执行，话题契约先钉死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0632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把边端决策关在技能层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46120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JSON 只调 Navigate，速度只在端侧产生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9624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151D2E"/>
          </a:solidFill>
          <a:ln w="14604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640080" cy="50292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59352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用数字关单，不用感觉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25112"/>
            <a:ext cx="950976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WenQuanYi Micro Hei"/>
                <a:ea typeface="WenQuanYi Micro Hei"/>
                <a:cs typeface="WenQuanYi Micro Hei"/>
              </a:rPr>
              <a:t>短程 / 重复到达 / 长时 / Gate 隔离 都能量化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WenQuanYi Micro Hei"/>
                <a:ea typeface="WenQuanYi Micro Hei"/>
                <a:cs typeface="WenQuanYi Micro Hei"/>
              </a:rPr>
              <a:t>谢谢  ·  欢迎提问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D3EE"/>
                </a:solidFill>
                <a:latin typeface="WenQuanYi Micro Hei"/>
                <a:ea typeface="WenQuanYi Micro Hei"/>
                <a:cs typeface="WenQuanYi Micro Hei"/>
              </a:rPr>
              <a:t>zxiangsheng@outlook.com    ·    15700050433    ·    github.com/zxinyu-robot/zxy-self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曾欣宇  ·  空间导航算法部署  ·  课展示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WenQuanYi Micro Hei"/>
                <a:ea typeface="WenQuanYi Micro Hei"/>
                <a:cs typeface="WenQuanYi Micro Hei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