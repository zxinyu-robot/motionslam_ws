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课展示  ·  面向空间导航算法部署岗位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曾欣宇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1097280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把开源导航做成可验收的板载运行时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2148840" cy="420624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Unitree Go2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880360"/>
            <a:ext cx="2148840" cy="420624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Jetson Orin NX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880360"/>
            <a:ext cx="2148840" cy="420624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ROS 2 Humble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880360"/>
            <a:ext cx="2148840" cy="420624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C++ /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6616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03320"/>
            <a:ext cx="104241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今天四件事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10424160" cy="9144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坑在哪   ·   为什么弃 Nav2   ·   08-19 怎么关单   ·   什么还没过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94960"/>
            <a:ext cx="1097280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zxiangsheng@outlook.com   ·   15700050433   ·   github.com/zxinyu-robot/zxy-self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15000"/>
            <a:ext cx="10972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上海眸深智能  ·  SLAM 算法工程师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06  /  BRING-UP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上机要先打通的四件事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容器只是其中一件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109728" cy="22860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63039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7185"/>
                </a:solidFill>
                <a:latin typeface="WenQuanYi Micro Hei"/>
                <a:ea typeface="WenQuanYi Micro Hei"/>
                <a:cs typeface="WenQuanYi Micro Hei"/>
              </a:rPr>
              <a:t>雷达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先停官方 SLAM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unitree_slam 占 Mid-360
自研栈前必须释放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109728" cy="2286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463039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容器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17556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Humble 里跑，不在宿主机编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2860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JetPack 宿主机 C++20 不够
motionslam:humble + host 网络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94760"/>
            <a:ext cx="109728" cy="2286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DDS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CycloneDDS 域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006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与 Go2 机身原生互通
不经二次桥、不改 Sport 协议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794760"/>
            <a:ext cx="109728" cy="22860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977640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吞吐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702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POSIX SHM + 双工作区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006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点云零拷贝；主仓 + SCAN overlay
话题契约保持不变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09  / 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同一套部署能力，换过本体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每个项目只记 一个数字 + 一个坑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5532120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39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多机协同 SLAM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CPU −35% ~ 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坑：ROS Topic 序列化拷贝
SHM 零拷贝 + DDS QoS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532120" cy="7315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463039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无 GPS 巡检航线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288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WGS84 ↔ ENU 钉死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3317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坑：任务 / 算法 / 飞控坐标漂移
Mission Contract 统一语义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94760"/>
            <a:ext cx="553212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77640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地铁清洁 · LIO-SAM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434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map→odom→base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8463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坑：地图 / 任务 / 执行三套坐标
感知契约接口先定义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794760"/>
            <a:ext cx="553212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977640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RK3588 巡航 AGV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59" y="43434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A78BFA"/>
                </a:solidFill>
                <a:latin typeface="WenQuanYi Micro Hei"/>
                <a:ea typeface="WenQuanYi Micro Hei"/>
                <a:cs typeface="WenQuanYi Micro Hei"/>
              </a:rPr>
              <a:t>INT8 端侧实时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48463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坑：感知与控制耦合
NPU 推理与 STM32 物理解耦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l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11  /  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主动说还没过的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比被问穿更像部署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43560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SAFE-1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34416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ReturnHome 真机倒序返航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69164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代码已接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49047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真机未走成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9456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39572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SAFE-2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30428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RecoverGlass 虚拟障碍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65176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代码已接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45059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08-19 短程关玻璃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5468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335584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7185"/>
                </a:solidFill>
                <a:latin typeface="WenQuanYi Micro Hei"/>
                <a:ea typeface="WenQuanYi Micro Hei"/>
                <a:cs typeface="WenQuanYi Micro Hei"/>
              </a:rPr>
              <a:t>EDGE-CL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26440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边端 JSON → 同一 Navigate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61188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schema + 单测过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41071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B7185"/>
                </a:solidFill>
                <a:latin typeface="WenQuanYi Micro Hei"/>
                <a:ea typeface="WenQuanYi Micro Hei"/>
                <a:cs typeface="WenQuanYi Micro Hei"/>
              </a:rPr>
              <a:t>到达闭环待复测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11480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431596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7185"/>
                </a:solidFill>
                <a:latin typeface="WenQuanYi Micro Hei"/>
                <a:ea typeface="WenQuanYi Micro Hei"/>
                <a:cs typeface="WenQuanYi Micro Hei"/>
              </a:rPr>
              <a:t>DEV-7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22452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TensorRT BEV / 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457200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节点可起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37083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B7185"/>
                </a:solidFill>
                <a:latin typeface="WenQuanYi Micro Hei"/>
                <a:ea typeface="WenQuanYi Micro Hei"/>
                <a:cs typeface="WenQuanYi Micro Hei"/>
              </a:rPr>
              <a:t>无 engine 不算关单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07492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94360" y="527608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WenQuanYi Micro Hei"/>
                <a:ea typeface="WenQuanYi Micro Hei"/>
                <a:cs typeface="WenQuanYi Micro Hei"/>
              </a:rPr>
              <a:t>SOAK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518464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长航时 / 中距重复到达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553212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现场有统计口径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33095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A78BFA"/>
                </a:solidFill>
                <a:latin typeface="WenQuanYi Micro Hei"/>
                <a:ea typeface="WenQuanYi Micro Hei"/>
                <a:cs typeface="WenQuanYi Micro Hei"/>
              </a:rPr>
              <a:t>测试记录待复测，本课不上屏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72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12  / 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22960"/>
            <a:ext cx="10972800" cy="4572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可以当场验证的三件事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719072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0200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先钉契约再换开源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93392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LIO → 全局引导 → BT 授权 → 局部跟踪 → 限幅执行；话题名不变，Gate0 干跑可复现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33472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2889504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770632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执行只有一个写口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63824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PCT / 边端 JSON 不得写速度；失败只停技能，不停度量内核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03904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4059936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941064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关单用 log 不用感觉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334256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到达偏差、stamp 拒单、停栈零速；没有 bag 的数字不上屏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谢谢  ·  欢迎追问未关单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zxiangsheng@outlook.com    ·    15700050433    ·    github.com/zxinyu-robot/zxy-self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坑 / 取舍 / 证据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