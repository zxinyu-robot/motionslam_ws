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97280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对外沟通  ·  空间导航算法部署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1155680" cy="10515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面向资源受限场景下的
具身智能机器人导航开发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1097280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曾欣宇    ·    Go2 + Jetson Orin NX    ·    ROS 2 Humble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54680"/>
            <a:ext cx="2194560" cy="438912"/>
          </a:xfrm>
          <a:prstGeom prst="roundRect">
            <a:avLst>
              <a:gd name="adj" fmla="val 8000"/>
            </a:avLst>
          </a:prstGeom>
          <a:solidFill>
            <a:srgbClr val="1C273C"/>
          </a:solidFill>
          <a:ln w="14604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单 LIO 板载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3154680"/>
            <a:ext cx="2194560" cy="438912"/>
          </a:xfrm>
          <a:prstGeom prst="roundRect">
            <a:avLst>
              <a:gd name="adj" fmla="val 8000"/>
            </a:avLst>
          </a:prstGeom>
          <a:solidFill>
            <a:srgbClr val="1C273C"/>
          </a:solidFill>
          <a:ln w="14604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边端技能调度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0" y="3154680"/>
            <a:ext cx="2194560" cy="438912"/>
          </a:xfrm>
          <a:prstGeom prst="roundRect">
            <a:avLst>
              <a:gd name="adj" fmla="val 8000"/>
            </a:avLst>
          </a:prstGeom>
          <a:solidFill>
            <a:srgbClr val="1C273C"/>
          </a:solidFill>
          <a:ln w="14604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真机闭环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3154680"/>
            <a:ext cx="2194560" cy="438912"/>
          </a:xfrm>
          <a:prstGeom prst="roundRect">
            <a:avLst>
              <a:gd name="adj" fmla="val 8000"/>
            </a:avLst>
          </a:prstGeom>
          <a:solidFill>
            <a:srgbClr val="1C273C"/>
          </a:solidFill>
          <a:ln w="14604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C++ / Python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40480"/>
            <a:ext cx="10881360" cy="15087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977639"/>
            <a:ext cx="1042416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叙事顺序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297680"/>
            <a:ext cx="10424160" cy="8229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经历  →  判断  →  成果指标  →  主链与工程取舍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577840"/>
            <a:ext cx="1097280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zxiangsheng@outlook.com   ·   15700050433   ·   github.com/zxinyu-robot/zxy-self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70448"/>
            <a:ext cx="109728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上海眸深智能  ·  SLAM 算法工程师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37960"/>
            <a:ext cx="86868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资源受限场景下的具身导航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0972800" cy="237744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02  / 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2336"/>
            <a:ext cx="11338560" cy="43891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22960"/>
            <a:ext cx="1133856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复杂环境三维感知 · 导航决策 · 边缘协同 · 资源受限上机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234440"/>
            <a:ext cx="11338560" cy="214884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" y="2148840"/>
            <a:ext cx="10241280" cy="36576"/>
          </a:xfrm>
          <a:prstGeom prst="rect">
            <a:avLst/>
          </a:prstGeom>
          <a:solidFill>
            <a:srgbClr val="2A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51560" y="1417320"/>
            <a:ext cx="384048" cy="384048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1389888"/>
            <a:ext cx="283464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WenQuanYi Micro Hei"/>
                <a:ea typeface="WenQuanYi Micro Hei"/>
                <a:cs typeface="WenQuanYi Micro Hei"/>
              </a:rPr>
              <a:t>2023–25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286000"/>
            <a:ext cx="301752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浙江大学  ·  助理工程师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651760"/>
            <a:ext cx="3017520" cy="5029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地铁 LIO-SAM  ·  GD 视觉导航  ·  RK3588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417320"/>
            <a:ext cx="384048" cy="384048"/>
          </a:xfrm>
          <a:prstGeom prst="roundRect">
            <a:avLst>
              <a:gd name="adj" fmla="val 8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1389888"/>
            <a:ext cx="283464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BBF24"/>
                </a:solidFill>
                <a:latin typeface="WenQuanYi Micro Hei"/>
                <a:ea typeface="WenQuanYi Micro Hei"/>
                <a:cs typeface="WenQuanYi Micro Hei"/>
              </a:rPr>
              <a:t>2025–26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286000"/>
            <a:ext cx="301752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杭州旷行  ·  算法工程师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2651760"/>
            <a:ext cx="3017520" cy="5029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无 GPS 巡检航线  ·  多机协同 SLAM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58200" y="1417320"/>
            <a:ext cx="384048" cy="384048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389888"/>
            <a:ext cx="283464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2026–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286000"/>
            <a:ext cx="301752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上海眸深  ·  SLAM 算法工程师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651760"/>
            <a:ext cx="3017520" cy="5029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Go2 板载导航  ·  ForkSpatialLink 边端协同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566160"/>
            <a:ext cx="2743200" cy="260604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566160"/>
            <a:ext cx="2743200" cy="7315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749039"/>
            <a:ext cx="2468880" cy="5029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多机协同 SLAM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251960"/>
            <a:ext cx="246888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4D399"/>
                </a:solidFill>
                <a:latin typeface="WenQuanYi Micro Hei"/>
                <a:ea typeface="WenQuanYi Micro Hei"/>
                <a:cs typeface="WenQuanYi Micro Hei"/>
              </a:rPr>
              <a:t>独立完成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663440"/>
            <a:ext cx="2468880" cy="11887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SHM 零拷贝  CPU −35%~50%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7560" y="3566160"/>
            <a:ext cx="2743200" cy="260604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337560" y="3566160"/>
            <a:ext cx="2743200" cy="7315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0" y="3749039"/>
            <a:ext cx="2468880" cy="5029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无 GPS 巡检航线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4251960"/>
            <a:ext cx="246888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FBBF24"/>
                </a:solidFill>
                <a:latin typeface="WenQuanYi Micro Hei"/>
                <a:ea typeface="WenQuanYi Micro Hei"/>
                <a:cs typeface="WenQuanYi Micro Hei"/>
              </a:rPr>
              <a:t>项目负责人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0" y="4663440"/>
            <a:ext cx="2468880" cy="11887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Mission Contract  ·  WGS84↔ENU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566160"/>
            <a:ext cx="2743200" cy="260604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63640" y="3566160"/>
            <a:ext cx="2743200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49039"/>
            <a:ext cx="2468880" cy="5029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地铁清洁机器人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251960"/>
            <a:ext cx="246888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工程师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663440"/>
            <a:ext cx="2468880" cy="11887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LIO-SAM  ·  7×24 长时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89720" y="3566160"/>
            <a:ext cx="2743200" cy="260604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89720" y="3566160"/>
            <a:ext cx="2743200" cy="7315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3749039"/>
            <a:ext cx="2468880" cy="5029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RK3588 巡航 AGV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251960"/>
            <a:ext cx="246888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A78BFA"/>
                </a:solidFill>
                <a:latin typeface="WenQuanYi Micro Hei"/>
                <a:ea typeface="WenQuanYi Micro Hei"/>
                <a:cs typeface="WenQuanYi Micro Hei"/>
              </a:rPr>
              <a:t>工程师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0" y="4663440"/>
            <a:ext cx="2468880" cy="11887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YOLO→RKNN INT8  ·  感知控制解耦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537960"/>
            <a:ext cx="86868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资源受限场景下的具身导航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j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864"/>
            <a:ext cx="12191695" cy="6803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37960"/>
            <a:ext cx="86868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资源受限场景下的具身导航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j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864"/>
            <a:ext cx="12191695" cy="6803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37960"/>
            <a:ext cx="86868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资源受限场景下的具身导航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864"/>
            <a:ext cx="12191695" cy="6803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37960"/>
            <a:ext cx="86868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资源受限场景下的具身导航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864"/>
            <a:ext cx="12191695" cy="6803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37960"/>
            <a:ext cx="86868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资源受限场景下的具身导航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ntr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864"/>
            <a:ext cx="12191695" cy="6803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37960"/>
            <a:ext cx="86868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资源受限场景下的具身导航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864"/>
            <a:ext cx="12191695" cy="6803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37960"/>
            <a:ext cx="86868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资源受限场景下的具身导航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864"/>
            <a:ext cx="12191695" cy="6803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37960"/>
            <a:ext cx="86868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资源受限场景下的具身导航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0972800" cy="237744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10  /  BRING-UP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2336"/>
            <a:ext cx="11338560" cy="43891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上机要先打通的四件事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22960"/>
            <a:ext cx="1133856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容器只是其中一件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2801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280160"/>
            <a:ext cx="109728" cy="22860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463039"/>
            <a:ext cx="493776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B7185"/>
                </a:solidFill>
                <a:latin typeface="WenQuanYi Micro Hei"/>
                <a:ea typeface="WenQuanYi Micro Hei"/>
                <a:cs typeface="WenQuanYi Micro Hei"/>
              </a:rPr>
              <a:t>雷达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55648"/>
            <a:ext cx="4937760" cy="4114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先停官方 SLAM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10058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unitree_slam 占 Mid-360
自研栈前必须释放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2801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280160"/>
            <a:ext cx="109728" cy="2286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1463039"/>
            <a:ext cx="493776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容器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1755648"/>
            <a:ext cx="4937760" cy="4114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Humble 里跑，不在宿主机编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286000"/>
            <a:ext cx="4937760" cy="10058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JetPack 宿主机 C++20 不够
motionslam:humble + host 网络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7947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794760"/>
            <a:ext cx="109728" cy="22860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977640"/>
            <a:ext cx="493776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WenQuanYi Micro Hei"/>
                <a:ea typeface="WenQuanYi Micro Hei"/>
                <a:cs typeface="WenQuanYi Micro Hei"/>
              </a:rPr>
              <a:t>DDS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70248"/>
            <a:ext cx="4937760" cy="4114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CycloneDDS 域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800600"/>
            <a:ext cx="4937760" cy="10058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与 Go2 机身原生互通
不经二次桥、不改 Sport 协议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7947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3794760"/>
            <a:ext cx="109728" cy="22860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3977640"/>
            <a:ext cx="493776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BBF24"/>
                </a:solidFill>
                <a:latin typeface="WenQuanYi Micro Hei"/>
                <a:ea typeface="WenQuanYi Micro Hei"/>
                <a:cs typeface="WenQuanYi Micro Hei"/>
              </a:rPr>
              <a:t>吞吐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70248"/>
            <a:ext cx="4937760" cy="4114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POSIX SHM + 双工作区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800600"/>
            <a:ext cx="4937760" cy="10058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点云零拷贝；主仓 + SCAN overlay
话题契约保持不变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537960"/>
            <a:ext cx="86868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资源受限场景下的具身导航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0972800" cy="237744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11  /  TRANSFER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2336"/>
            <a:ext cx="11338560" cy="43891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同一套部署能力，换过本体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22960"/>
            <a:ext cx="1133856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每个项目：一个数字 + 一个坑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2801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280160"/>
            <a:ext cx="5532120" cy="7315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39"/>
            <a:ext cx="502920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多机协同 SLAM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828800"/>
            <a:ext cx="502920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34D399"/>
                </a:solidFill>
                <a:latin typeface="WenQuanYi Micro Hei"/>
                <a:ea typeface="WenQuanYi Micro Hei"/>
                <a:cs typeface="WenQuanYi Micro Hei"/>
              </a:rPr>
              <a:t>CPU −35% ~ 50%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31720"/>
            <a:ext cx="5029200" cy="9601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坑：ROS Topic 序列化拷贝
SHM 零拷贝 + DDS QoS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2801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280160"/>
            <a:ext cx="5532120" cy="7315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463039"/>
            <a:ext cx="502920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无 GPS 巡检航线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1828800"/>
            <a:ext cx="502920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BBF24"/>
                </a:solidFill>
                <a:latin typeface="WenQuanYi Micro Hei"/>
                <a:ea typeface="WenQuanYi Micro Hei"/>
                <a:cs typeface="WenQuanYi Micro Hei"/>
              </a:rPr>
              <a:t>WGS84 ↔ ENU 钉死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331720"/>
            <a:ext cx="5029200" cy="9601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坑：任务 / 算法 / 飞控坐标漂移
Mission Contract 统一语义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7947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794760"/>
            <a:ext cx="5532120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977640"/>
            <a:ext cx="502920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地铁清洁 · LIO-SAM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343400"/>
            <a:ext cx="502920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map→odom→base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846320"/>
            <a:ext cx="5029200" cy="9601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坑：地图 / 任务 / 执行三套坐标
感知契约接口先定义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7947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3794760"/>
            <a:ext cx="5532120" cy="7315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59" y="3977640"/>
            <a:ext cx="502920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RK3588 巡航 AGV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59" y="4343400"/>
            <a:ext cx="502920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A78BFA"/>
                </a:solidFill>
                <a:latin typeface="WenQuanYi Micro Hei"/>
                <a:ea typeface="WenQuanYi Micro Hei"/>
                <a:cs typeface="WenQuanYi Micro Hei"/>
              </a:rPr>
              <a:t>INT8 端侧实时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59" y="4846320"/>
            <a:ext cx="5029200" cy="9601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坑：感知与控制耦合
NPU 推理与 STM32 物理解耦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537960"/>
            <a:ext cx="86868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资源受限场景下的具身导航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109728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12  /  CLOSE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22960"/>
            <a:ext cx="10972800" cy="45720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可对接的三条交付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719072"/>
            <a:ext cx="640080" cy="530352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B1220"/>
                </a:solidFill>
                <a:latin typeface="WenQuanYi Micro Hei"/>
                <a:ea typeface="WenQuanYi Micro Hei"/>
                <a:cs typeface="WenQuanYi Micro 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00200"/>
            <a:ext cx="950976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资源受限上的板载导航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93392"/>
            <a:ext cx="9509760" cy="38404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单 LIO + 度量/符号分层；短程 / 中距 / 长时验收通过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633472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2889504"/>
            <a:ext cx="640080" cy="530352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B1220"/>
                </a:solidFill>
                <a:latin typeface="WenQuanYi Micro Hei"/>
                <a:ea typeface="WenQuanYi Micro Hei"/>
                <a:cs typeface="WenQuanYi Micro 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770632"/>
            <a:ext cx="950976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边端只调技能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163824"/>
            <a:ext cx="9509760" cy="38404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物模型 JSON 调用 Navigate；EDGE-CL 与 Token 闭环通过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803904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4059936"/>
            <a:ext cx="640080" cy="530352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B1220"/>
                </a:solidFill>
                <a:latin typeface="WenQuanYi Micro Hei"/>
                <a:ea typeface="WenQuanYi Micro Hei"/>
                <a:cs typeface="WenQuanYi Micro 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941064"/>
            <a:ext cx="950976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同一套能力换本体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334256"/>
            <a:ext cx="9509760" cy="38404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无人机巡检 · 地铁清洁 · 边缘板 · 四足；契约先钉死再换实现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谢谢  ·  欢迎对接部署与联调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zxiangsheng@outlook.com    ·    15700050433    ·    github.com/zxinyu-robot/zxy-self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37960"/>
            <a:ext cx="86868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资源受限场景下的具身导航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